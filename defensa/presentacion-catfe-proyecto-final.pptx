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c67a14a78e4bd5" /><Relationship Type="http://schemas.openxmlformats.org/officeDocument/2006/relationships/extended-properties" Target="/docProps/app.xml" Id="Rda743bc5911849c4" /><Relationship Type="http://schemas.openxmlformats.org/officeDocument/2006/relationships/officeDocument" Target="/ppt/presentation.xml" Id="R3d69cf5a624741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bfccfde4fc4769"/>
  </p:sldMasterIdLst>
  <p:notesMasterIdLst>
    <p:notesMasterId xmlns:r="http://schemas.openxmlformats.org/officeDocument/2006/relationships" r:id="Rd82b743926424201"/>
  </p:notesMasterIdLst>
  <p:sldIdLst>
    <p:sldId xmlns:r="http://schemas.openxmlformats.org/officeDocument/2006/relationships" id="256" r:id="Rb569111b37884cf3"/>
    <p:sldId xmlns:r="http://schemas.openxmlformats.org/officeDocument/2006/relationships" id="257" r:id="R7da0384275f84c2c"/>
    <p:sldId xmlns:r="http://schemas.openxmlformats.org/officeDocument/2006/relationships" id="258" r:id="Rda8a2ce1e3414e34"/>
    <p:sldId xmlns:r="http://schemas.openxmlformats.org/officeDocument/2006/relationships" id="259" r:id="Ra047bf0de83d41a2"/>
    <p:sldId xmlns:r="http://schemas.openxmlformats.org/officeDocument/2006/relationships" id="260" r:id="R05467298eead4dd4"/>
    <p:sldId xmlns:r="http://schemas.openxmlformats.org/officeDocument/2006/relationships" id="261" r:id="R7e51c1e850414b43"/>
    <p:sldId xmlns:r="http://schemas.openxmlformats.org/officeDocument/2006/relationships" id="262" r:id="Rb60d0476c1b94934"/>
    <p:sldId xmlns:r="http://schemas.openxmlformats.org/officeDocument/2006/relationships" id="263" r:id="Re6f5d6ffe8ae4d1e"/>
    <p:sldId xmlns:r="http://schemas.openxmlformats.org/officeDocument/2006/relationships" id="264" r:id="Rc396e24d82da44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fc7328277f4469" /><Relationship Type="http://schemas.openxmlformats.org/officeDocument/2006/relationships/slideMaster" Target="/ppt/slideMasters/slideMaster1.xml" Id="R82bfccfde4fc4769" /><Relationship Type="http://schemas.openxmlformats.org/officeDocument/2006/relationships/notesMaster" Target="/ppt/notesMasters/notesMaster1.xml" Id="Rd82b743926424201" /><Relationship Type="http://schemas.openxmlformats.org/officeDocument/2006/relationships/presProps" Target="/ppt/presProps.xml" Id="Rd94dd5d3dd544060" /><Relationship Type="http://schemas.openxmlformats.org/officeDocument/2006/relationships/tableStyles" Target="/ppt/tableStyles.xml" Id="Re9cafaefe426465b" /><Relationship Type="http://schemas.openxmlformats.org/officeDocument/2006/relationships/slide" Target="/ppt/slides/slide1.xml" Id="Rb569111b37884cf3" /><Relationship Type="http://schemas.openxmlformats.org/officeDocument/2006/relationships/slide" Target="/ppt/slides/slide2.xml" Id="R7da0384275f84c2c" /><Relationship Type="http://schemas.openxmlformats.org/officeDocument/2006/relationships/slide" Target="/ppt/slides/slide3.xml" Id="Rda8a2ce1e3414e34" /><Relationship Type="http://schemas.openxmlformats.org/officeDocument/2006/relationships/slide" Target="/ppt/slides/slide4.xml" Id="Ra047bf0de83d41a2" /><Relationship Type="http://schemas.openxmlformats.org/officeDocument/2006/relationships/slide" Target="/ppt/slides/slide5.xml" Id="R05467298eead4dd4" /><Relationship Type="http://schemas.openxmlformats.org/officeDocument/2006/relationships/slide" Target="/ppt/slides/slide6.xml" Id="R7e51c1e850414b43" /><Relationship Type="http://schemas.openxmlformats.org/officeDocument/2006/relationships/slide" Target="/ppt/slides/slide7.xml" Id="Rb60d0476c1b94934" /><Relationship Type="http://schemas.openxmlformats.org/officeDocument/2006/relationships/slide" Target="/ppt/slides/slide8.xml" Id="Re6f5d6ffe8ae4d1e" /><Relationship Type="http://schemas.openxmlformats.org/officeDocument/2006/relationships/slide" Target="/ppt/slides/slide9.xml" Id="Rc396e24d82da44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0673ebb4548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35503851524ef5" /><Relationship Type="http://schemas.openxmlformats.org/officeDocument/2006/relationships/notesMaster" Target="/ppt/notesMasters/notesMaster1.xml" Id="R683bc01e997a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13329e2b704d0d" /><Relationship Type="http://schemas.openxmlformats.org/officeDocument/2006/relationships/notesMaster" Target="/ppt/notesMasters/notesMaster1.xml" Id="R9bb3c70204004b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564860b444467" /><Relationship Type="http://schemas.openxmlformats.org/officeDocument/2006/relationships/notesMaster" Target="/ppt/notesMasters/notesMaster1.xml" Id="R6c8a2f4945954c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a12c839c944222" /><Relationship Type="http://schemas.openxmlformats.org/officeDocument/2006/relationships/notesMaster" Target="/ppt/notesMasters/notesMaster1.xml" Id="R021ebe9fabb147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95c6fc91514fbd" /><Relationship Type="http://schemas.openxmlformats.org/officeDocument/2006/relationships/notesMaster" Target="/ppt/notesMasters/notesMaster1.xml" Id="R4f685979db6a44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a2e7f207a04506" /><Relationship Type="http://schemas.openxmlformats.org/officeDocument/2006/relationships/notesMaster" Target="/ppt/notesMasters/notesMaster1.xml" Id="R050290f590674d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b40b8941694ae8" /><Relationship Type="http://schemas.openxmlformats.org/officeDocument/2006/relationships/notesMaster" Target="/ppt/notesMasters/notesMaster1.xml" Id="R33fb9f50b4a14a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c0c29829224944" /><Relationship Type="http://schemas.openxmlformats.org/officeDocument/2006/relationships/notesMaster" Target="/ppt/notesMasters/notesMaster1.xml" Id="Re33971dbaaba44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44f85211534e21" /><Relationship Type="http://schemas.openxmlformats.org/officeDocument/2006/relationships/notesMaster" Target="/ppt/notesMasters/notesMaster1.xml" Id="R5a2a7b3d265448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presentando el proyecto: CATfé es una web institucional que reutiliza una base anterior y la actualiza para cumplir la consigna del Proyecto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no se empezó de cero: se reutilizó una página vieja y se la adaptó a los requisitos actuales.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las páginas principales y aclarar que el sitio tiene más de diez secciones si se cuentan las secciones internas.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para responder directamente a la consigna: menú, links, anclas, tablas, interactividad, CSS, JavaScript y responsive.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cada tecnología por su uso concreto. Evitar nombrarlas como una lista suelta: decir qué problema resolvió cada 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reservas.html en vivo. Aclarar que para el usuario es sólo una reserva; técnicamente se conecta con una API serverless.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proyecto está en GitHub y Netlify toma automáticamente los cambios de la rama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abrir todos los archivos. Elegir dos o tres importantes y explicar qué hace cada uno con palabras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remarcando que el sitio cumple la consigna y que la parte de reservas permite explicar un flujo técnico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74286d0e949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7390b410c04512" /><Relationship Type="http://schemas.openxmlformats.org/officeDocument/2006/relationships/slideLayout" Target="/ppt/slideLayouts/slideLayout1.xml" Id="R95486b1ee74e42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486b1ee74e42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5612100e9405e" /><Relationship Type="http://schemas.openxmlformats.org/officeDocument/2006/relationships/image" Target="/ppt/media/image.jpeg" Id="Rf1b084309f254207" /><Relationship Type="http://schemas.openxmlformats.org/officeDocument/2006/relationships/notesSlide" Target="/ppt/notesSlides/notesSlide1.xml" Id="Rdbdd24c6bf08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5d70aa130415d" /><Relationship Type="http://schemas.openxmlformats.org/officeDocument/2006/relationships/image" Target="/ppt/media/image2.jpeg" Id="Re04f1e8cbfd44afb" /><Relationship Type="http://schemas.openxmlformats.org/officeDocument/2006/relationships/notesSlide" Target="/ppt/notesSlides/notesSlide2.xml" Id="R8825cb92a3b642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ece4dd7084731" /><Relationship Type="http://schemas.openxmlformats.org/officeDocument/2006/relationships/notesSlide" Target="/ppt/notesSlides/notesSlide3.xml" Id="R8dba994a67fc46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ee616a1984b1d" /><Relationship Type="http://schemas.openxmlformats.org/officeDocument/2006/relationships/notesSlide" Target="/ppt/notesSlides/notesSlide4.xml" Id="Rc7220eca97f648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1d868a88b4d7b" /><Relationship Type="http://schemas.openxmlformats.org/officeDocument/2006/relationships/notesSlide" Target="/ppt/notesSlides/notesSlide5.xml" Id="R231858df61834f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e4e9f1ef84359" /><Relationship Type="http://schemas.openxmlformats.org/officeDocument/2006/relationships/image" Target="/ppt/media/image3.jpeg" Id="Re15a173f6d6e4238" /><Relationship Type="http://schemas.openxmlformats.org/officeDocument/2006/relationships/notesSlide" Target="/ppt/notesSlides/notesSlide6.xml" Id="Rfdf94a6d518b4a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d7a2f68594a9d" /><Relationship Type="http://schemas.openxmlformats.org/officeDocument/2006/relationships/notesSlide" Target="/ppt/notesSlides/notesSlide7.xml" Id="R315002d046ca4d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4a0b2f69b4743" /><Relationship Type="http://schemas.openxmlformats.org/officeDocument/2006/relationships/image" Target="/ppt/media/image4.jpeg" Id="R0b31f8771b524f8d" /><Relationship Type="http://schemas.openxmlformats.org/officeDocument/2006/relationships/notesSlide" Target="/ppt/notesSlides/notesSlide8.xml" Id="R6c8ef1bb638a41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5102742c745c5" /><Relationship Type="http://schemas.openxmlformats.org/officeDocument/2006/relationships/image" Target="/ppt/media/image5.jpeg" Id="R7a136bad834a4b4f" /><Relationship Type="http://schemas.openxmlformats.org/officeDocument/2006/relationships/notesSlide" Target="/ppt/notesSlides/notesSlide9.xml" Id="R66c553257d4649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084309f254207"/>
          <a:srcRect xmlns:a="http://schemas.openxmlformats.org/drawingml/2006/main" l="19271" t="0" r="192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oundRect">
            <a:avLst>
              <a:gd name="adj" fmla="val 203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BFADF-5FDB-4935-BE98-4E785546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0">
            <a:solidFill>
              <a:srgbClr val="FFF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9BD1C-2A7E-4637-9B55-DC72F5D0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F4E37"/>
                </a:solidFill>
              </a:defRPr>
            </a:pPr>
            <a:r>
              <a:rPr sz="5250" b="1">
                <a:solidFill>
                  <a:srgbClr val="6F4E37"/>
                </a:solidFill>
              </a:rPr>
              <a:t>CATfé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C0A5A-50AC-442D-8542-2C17C9AA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66A4E"/>
                </a:solidFill>
              </a:defRPr>
            </a:pPr>
            <a:r>
              <a:rPr sz="2550" b="1">
                <a:solidFill>
                  <a:srgbClr val="E66A4E"/>
                </a:solidFill>
              </a:rPr>
              <a:t>Proyecto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F154B-B45F-4140-8C1F-D29E938D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B2118"/>
                </a:solidFill>
              </a:defRPr>
            </a:pPr>
            <a:r>
              <a:rPr sz="2175" b="0">
                <a:solidFill>
                  <a:srgbClr val="2B2118"/>
                </a:solidFill>
              </a:rPr>
              <a:t>Sitio web institucional para cafetería temática, adopciones responsables, donaciones y reservas.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DEFB3-3C75-4E82-80A2-05A1B443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5B4A"/>
                </a:solidFill>
              </a:defRPr>
            </a:pPr>
            <a:r>
              <a:rPr sz="1650" b="0">
                <a:solidFill>
                  <a:srgbClr val="6E5B4A"/>
                </a:solidFill>
              </a:rPr>
              <a:t>Indira Rueda | 2026</a:t>
            </a:r>
          </a:p>
        </p:txBody>
      </p:sp>
    </p:spTree>
    <p:extLst>
      <p:ext uri="{BB962C8B-B14F-4D97-AF65-F5344CB8AC3E}">
        <p14:creationId xmlns:p14="http://schemas.microsoft.com/office/powerpoint/2010/main" val="973942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5415F-A459-4773-8731-090F87DD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B2118"/>
                </a:solidFill>
              </a:defRPr>
            </a:pPr>
            <a:r>
              <a:rPr sz="3225" b="1">
                <a:solidFill>
                  <a:srgbClr val="2B2118"/>
                </a:solidFill>
              </a:rPr>
              <a:t>El proyecto transforma una web estática en un sitio completo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f1e8cbfd44afb"/>
          <a:srcRect xmlns:a="http://schemas.openxmlformats.org/drawingml/2006/main" l="10570" t="0" r="105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762125"/>
            <a:ext cx="37147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4FE53-EA44-4377-AB54-D06F9F5D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581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E1B72-8C92-4078-8168-00CCCF9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581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B8807-5DE9-466E-B36D-D3EF5F6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81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CE96E-50CD-49B6-AD98-3930C7D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4E37"/>
                </a:solidFill>
              </a:defRPr>
            </a:pPr>
            <a:r>
              <a:rPr sz="1950" b="1">
                <a:solidFill>
                  <a:srgbClr val="6F4E37"/>
                </a:solidFill>
              </a:rPr>
              <a:t>Base reutilizada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B84B4-0AFF-4323-A47A-5537A7A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B4A"/>
                </a:solidFill>
              </a:defRPr>
            </a:pPr>
            <a:r>
              <a:rPr sz="1425" b="0">
                <a:solidFill>
                  <a:srgbClr val="6E5B4A"/>
                </a:solidFill>
              </a:rPr>
              <a:t>Se conservó la temática y se actualizó el contenido.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E2F44-6D98-463E-A313-B7F692DD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4E37"/>
                </a:solidFill>
              </a:defRPr>
            </a:pPr>
            <a:r>
              <a:rPr sz="1950" b="1">
                <a:solidFill>
                  <a:srgbClr val="6F4E37"/>
                </a:solidFill>
              </a:rPr>
              <a:t>Mejora técnica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42DC2-A2C9-41B4-BB11-AB50CB53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B4A"/>
                </a:solidFill>
              </a:defRPr>
            </a:pPr>
            <a:r>
              <a:rPr sz="1425" b="0">
                <a:solidFill>
                  <a:srgbClr val="6E5B4A"/>
                </a:solidFill>
              </a:rPr>
              <a:t>Bootstrap actualizado, JavaScript propio y mini app de reservas.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B84C6-5E78-4CF5-A987-664E27A6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4E37"/>
                </a:solidFill>
              </a:defRPr>
            </a:pPr>
            <a:r>
              <a:rPr sz="1950" b="1">
                <a:solidFill>
                  <a:srgbClr val="6F4E37"/>
                </a:solidFill>
              </a:rPr>
              <a:t>Publicación 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40DA1-9D94-48F6-9722-9E9C9AD7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B4A"/>
                </a:solidFill>
              </a:defRPr>
            </a:pPr>
            <a:r>
              <a:rPr sz="1425" b="0">
                <a:solidFill>
                  <a:srgbClr val="6E5B4A"/>
                </a:solidFill>
              </a:rPr>
              <a:t>GitHub conectado con Netlify para deploy automático.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02EB2-8025-40BF-8105-4F7BBBF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5B4A"/>
                </a:solidFill>
              </a:defRPr>
            </a:pPr>
            <a:r>
              <a:rPr sz="1200" b="0">
                <a:solidFill>
                  <a:srgbClr val="6E5B4A"/>
                </a:solidFill>
              </a:rPr>
              <a:t>CATfé | Proyecto Final | 2</a:t>
            </a:r>
          </a:p>
        </p:txBody>
      </p:sp>
    </p:spTree>
    <p:extLst>
      <p:ext uri="{BB962C8B-B14F-4D97-AF65-F5344CB8AC3E}">
        <p14:creationId xmlns:p14="http://schemas.microsoft.com/office/powerpoint/2010/main" val="1476110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D8E17-81D8-4814-B11D-BE1A6466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B2118"/>
                </a:solidFill>
              </a:defRPr>
            </a:pPr>
            <a:r>
              <a:rPr sz="3075" b="1">
                <a:solidFill>
                  <a:srgbClr val="2B2118"/>
                </a:solidFill>
              </a:rPr>
              <a:t>La estructura cubre la experiencia completa del visitante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D41C7-898D-46BE-8A2D-2241B92A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A7DC8-C632-4C86-AEFB-9A02F61D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F4E37"/>
                </a:solidFill>
              </a:defRPr>
            </a:pPr>
            <a:r>
              <a:rPr sz="2025" b="1">
                <a:solidFill>
                  <a:srgbClr val="6F4E37"/>
                </a:solidFill>
              </a:rPr>
              <a:t>Inicio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ECC6E-B397-4231-89C5-5453BCCE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Carrusel, índice, reglas, sucursales y horarios.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020D1-CF7F-430D-8D84-5DAF5C6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6C76-372B-422A-84A3-B8201808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F4E37"/>
                </a:solidFill>
              </a:defRPr>
            </a:pPr>
            <a:r>
              <a:rPr sz="2025" b="1">
                <a:solidFill>
                  <a:srgbClr val="6F4E37"/>
                </a:solidFill>
              </a:rPr>
              <a:t>Nosotros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9AC7A-6801-4E9D-966F-413A57D7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Misión, visión, equipo y objetivos.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9FE72-FA8A-40F4-96F7-8F84A54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AE3C3-AAF2-49C1-A3BA-9480793D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F4E37"/>
                </a:solidFill>
              </a:defRPr>
            </a:pPr>
            <a:r>
              <a:rPr sz="2025" b="1">
                <a:solidFill>
                  <a:srgbClr val="6F4E37"/>
                </a:solidFill>
              </a:rPr>
              <a:t>Adopciones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926DE-82EA-4B14-837C-1241B30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Gatos disponibles y proceso responsable.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04048-1525-44BF-BABA-B22FC691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54E85-73F1-4D8C-84A4-07C1BC3F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F4E37"/>
                </a:solidFill>
              </a:defRPr>
            </a:pPr>
            <a:r>
              <a:rPr sz="2025" b="1">
                <a:solidFill>
                  <a:srgbClr val="6F4E37"/>
                </a:solidFill>
              </a:rPr>
              <a:t>Donaciones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F8F6E-D35C-4780-B120-6740700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Membresías, productos y consultas.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58D94-53E6-4C5F-97FF-5FC24BF1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052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BB43D-0AFB-4924-9D28-380F5FB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F4E37"/>
                </a:solidFill>
              </a:defRPr>
            </a:pPr>
            <a:r>
              <a:rPr sz="2025" b="1">
                <a:solidFill>
                  <a:srgbClr val="6F4E37"/>
                </a:solidFill>
              </a:rPr>
              <a:t>Reservas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9C728-FC36-4297-A96C-D3A50B9E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Visitas, entrevistas de adopción y donaciones.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CECE8-91D5-4E09-AC50-E7172923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54A47-6DB8-4D15-89B9-D3D015C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F4E37"/>
                </a:solidFill>
              </a:defRPr>
            </a:pPr>
            <a:r>
              <a:rPr sz="2025" b="1">
                <a:solidFill>
                  <a:srgbClr val="6F4E37"/>
                </a:solidFill>
              </a:rPr>
              <a:t>Contacto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EE044-CB1F-4E00-BFF2-164D5A77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Formulario y datos para consultas generales.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F32F0-BA65-455A-9FB4-2BF6EB07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5B4A"/>
                </a:solidFill>
              </a:defRPr>
            </a:pPr>
            <a:r>
              <a:rPr sz="1200" b="0">
                <a:solidFill>
                  <a:srgbClr val="6E5B4A"/>
                </a:solidFill>
              </a:rPr>
              <a:t>CATfé | Proyecto Final | 3</a:t>
            </a:r>
          </a:p>
        </p:txBody>
      </p:sp>
    </p:spTree>
    <p:extLst>
      <p:ext uri="{BB962C8B-B14F-4D97-AF65-F5344CB8AC3E}">
        <p14:creationId xmlns:p14="http://schemas.microsoft.com/office/powerpoint/2010/main" val="351497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777C91-A0E3-4825-B119-B622599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118"/>
                </a:solidFill>
              </a:defRPr>
            </a:pPr>
            <a:r>
              <a:rPr sz="3000" b="1">
                <a:solidFill>
                  <a:srgbClr val="2B2118"/>
                </a:solidFill>
              </a:rPr>
              <a:t>La consigna queda cubierta por navegación, tablas e interactividad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2E2BC-FBA8-43BA-A4BE-99A79830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31A93-5807-4581-8853-CE15AE59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FC27-BDD2-4B11-A4BE-F5580777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DC001-EB79-4CA2-A209-755EC96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F4E37"/>
                </a:solidFill>
              </a:defRPr>
            </a:pPr>
            <a:r>
              <a:rPr sz="2175" b="1">
                <a:solidFill>
                  <a:srgbClr val="6F4E37"/>
                </a:solidFill>
              </a:rPr>
              <a:t>Navegabilidad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6208A-5571-45DD-930B-4531537E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38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Menú principal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Links gráficos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Anclas locales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Enlaces externos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B7FBD-0FDC-4E7E-B5DD-BCAFACCC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38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F4E37"/>
                </a:solidFill>
              </a:defRPr>
            </a:pPr>
            <a:r>
              <a:rPr sz="2175" b="1">
                <a:solidFill>
                  <a:srgbClr val="6F4E37"/>
                </a:solidFill>
              </a:rPr>
              <a:t>Contenido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A9FB8-FBAA-404B-9D70-9BBFDA93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38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Aprox. 10 secciones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Tabla de horarios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Tabla de reservas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Formularios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F03E9-349C-4DAF-A635-635C3503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F4E37"/>
                </a:solidFill>
              </a:defRPr>
            </a:pPr>
            <a:r>
              <a:rPr sz="2175" b="1">
                <a:solidFill>
                  <a:srgbClr val="6F4E37"/>
                </a:solidFill>
              </a:rPr>
              <a:t>Interactividad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83418-A695-44ED-8609-32709E0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38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Rollovers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Popups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Nuevas ventanas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Carga dinámica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2EED2-ABE3-48C5-B13F-5BACE56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5B4A"/>
                </a:solidFill>
              </a:defRPr>
            </a:pPr>
            <a:r>
              <a:rPr sz="1200" b="0">
                <a:solidFill>
                  <a:srgbClr val="6E5B4A"/>
                </a:solidFill>
              </a:rPr>
              <a:t>CATfé | Proyecto Final | 4</a:t>
            </a:r>
          </a:p>
        </p:txBody>
      </p:sp>
    </p:spTree>
    <p:extLst>
      <p:ext uri="{BB962C8B-B14F-4D97-AF65-F5344CB8AC3E}">
        <p14:creationId xmlns:p14="http://schemas.microsoft.com/office/powerpoint/2010/main" val="435812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3D2CB5-10E5-42F9-95AA-2C51F7E1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B2118"/>
                </a:solidFill>
              </a:defRPr>
            </a:pPr>
            <a:r>
              <a:rPr sz="3075" b="1">
                <a:solidFill>
                  <a:srgbClr val="2B2118"/>
                </a:solidFill>
              </a:rPr>
              <a:t>La tecnología elegida mantiene el proyecto simple y defendible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D12DE-B405-4B00-A899-609AE2CD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2628B-C65B-4C3E-8E9B-2EFC6727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HTML5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44B7C-E1C2-4D69-B80C-19F47075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812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estructura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FD85A-D2D8-4DA4-ADA1-C575343E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CBD07-A93E-4289-86FC-C67D35D6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669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CSS3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2065-D326-49A8-930F-1DBDD05B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812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estilos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8CA14-791F-41EC-B96E-3B1A4E93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42C85-339E-42D3-8AA7-E7C44A8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669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Bootstrap 5.3.8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659FD-9F25-448D-A867-A093537E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812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responsive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B8E88-1DDA-431C-8923-B59041E3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02CF3-849D-410A-878A-14E3E0CE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JavaScript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DB39C-20BA-4392-9A4F-2D6FC830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04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interacción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B511D-E7DF-48BF-983C-B98DF238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5D1FB-E281-4987-974C-12CBC893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jQuery + Isotope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6B5A6-2689-4D82-8A7C-BAB1A725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04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filtros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23188-7EA3-447B-B93C-97D252F3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8E957-FB86-4006-8AFE-91F880EC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60FEA-0A37-4A62-9317-A8ABB8E7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04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50799-5742-44FF-A8A4-6C8677C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1DD54-A4CB-4669-8668-8EFA9AEA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GitHub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F5223-98A9-45D5-98DC-F200D351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código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0563C9-6E36-425F-BCF1-406DD961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338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B325B-EA57-47B3-B0D3-AD53FCBC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053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Netlify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6C0090-9FFA-4143-AB6C-7906CCA9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96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hosting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6F205-7874-4DAB-898D-AD57E494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33850"/>
            <a:ext cx="3028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07BE3-7D09-4155-BAEC-55F17C6D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Functions + Blobs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066336-E4B5-4F52-9823-48997B31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196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reservas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921DE-B9B6-47A2-856C-03E396F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5B4A"/>
                </a:solidFill>
              </a:defRPr>
            </a:pPr>
            <a:r>
              <a:rPr sz="1200" b="0">
                <a:solidFill>
                  <a:srgbClr val="6E5B4A"/>
                </a:solidFill>
              </a:rPr>
              <a:t>CATfé | Proyecto Final | 5</a:t>
            </a:r>
          </a:p>
        </p:txBody>
      </p:sp>
    </p:spTree>
    <p:extLst>
      <p:ext uri="{BB962C8B-B14F-4D97-AF65-F5344CB8AC3E}">
        <p14:creationId xmlns:p14="http://schemas.microsoft.com/office/powerpoint/2010/main" val="2042822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00ED72-2393-43C2-84CA-8DE52B7A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B2118"/>
                </a:solidFill>
              </a:defRPr>
            </a:pPr>
            <a:r>
              <a:rPr sz="3225" b="1">
                <a:solidFill>
                  <a:srgbClr val="2B2118"/>
                </a:solidFill>
              </a:rPr>
              <a:t>Reservas agrega una funcionalidad dinámica al sitio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a173f6d6e4238"/>
          <a:srcRect xmlns:a="http://schemas.openxmlformats.org/drawingml/2006/main" l="0" t="2632" r="0" b="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69545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B162-D219-4FF2-99AA-BEF442A4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6A4E"/>
                </a:solidFill>
              </a:defRPr>
            </a:pPr>
            <a:r>
              <a:rPr sz="2250" b="1">
                <a:solidFill>
                  <a:srgbClr val="E66A4E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7903B-D246-4928-8EBA-2DE8214D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19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4E37"/>
                </a:solidFill>
              </a:defRPr>
            </a:pPr>
            <a:r>
              <a:rPr sz="1950" b="1">
                <a:solidFill>
                  <a:srgbClr val="6F4E37"/>
                </a:solidFill>
              </a:rPr>
              <a:t>Formulario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5E887-7F95-4200-982A-0A368BA2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62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B4A"/>
                </a:solidFill>
              </a:defRPr>
            </a:pPr>
            <a:r>
              <a:rPr sz="1425" b="0">
                <a:solidFill>
                  <a:srgbClr val="6E5B4A"/>
                </a:solidFill>
              </a:rPr>
              <a:t>El usuario carga visita, entrevista o consulta.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41434-EA2D-4E7C-9CE0-FB3E2EE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6A4E"/>
                </a:solidFill>
              </a:defRPr>
            </a:pPr>
            <a:r>
              <a:rPr sz="2250" b="1">
                <a:solidFill>
                  <a:srgbClr val="E66A4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C3197-8D4B-4D67-8B4F-0B96495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95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4E37"/>
                </a:solidFill>
              </a:defRPr>
            </a:pPr>
            <a:r>
              <a:rPr sz="1950" b="1">
                <a:solidFill>
                  <a:srgbClr val="6F4E37"/>
                </a:solidFill>
              </a:rPr>
              <a:t>JavaScript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91B12-706C-4ED8-B00F-C0D04F17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38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B4A"/>
                </a:solidFill>
              </a:defRPr>
            </a:pPr>
            <a:r>
              <a:rPr sz="1425" b="0">
                <a:solidFill>
                  <a:srgbClr val="6E5B4A"/>
                </a:solidFill>
              </a:rPr>
              <a:t>Valida y envía los datos con fetch.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2B187-00C8-4710-BAB2-8C1C86EA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6A4E"/>
                </a:solidFill>
              </a:defRPr>
            </a:pPr>
            <a:r>
              <a:rPr sz="2250" b="1">
                <a:solidFill>
                  <a:srgbClr val="E66A4E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CF148-F0CA-4580-AEE2-0A2ABE0E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71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4E37"/>
                </a:solidFill>
              </a:defRPr>
            </a:pPr>
            <a:r>
              <a:rPr sz="1950" b="1">
                <a:solidFill>
                  <a:srgbClr val="6F4E37"/>
                </a:solidFill>
              </a:rPr>
              <a:t>Netlify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72E24-1CAC-4CFE-A5A7-4F61E9F7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14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B4A"/>
                </a:solidFill>
              </a:defRPr>
            </a:pPr>
            <a:r>
              <a:rPr sz="1425" b="0">
                <a:solidFill>
                  <a:srgbClr val="6E5B4A"/>
                </a:solidFill>
              </a:rPr>
              <a:t>La función serverless procesa la solicitud.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248A0-6A72-4140-BC71-C44AA1BC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6A4E"/>
                </a:solidFill>
              </a:defRPr>
            </a:pPr>
            <a:r>
              <a:rPr sz="2250" b="1">
                <a:solidFill>
                  <a:srgbClr val="E66A4E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4C04E-99AE-406C-A4FB-15BF84D8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48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4E37"/>
                </a:solidFill>
              </a:defRPr>
            </a:pPr>
            <a:r>
              <a:rPr sz="1950" b="1">
                <a:solidFill>
                  <a:srgbClr val="6F4E37"/>
                </a:solidFill>
              </a:rPr>
              <a:t>Tabla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D4138-2C67-488E-B68A-61DE605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5B4A"/>
                </a:solidFill>
              </a:defRPr>
            </a:pPr>
            <a:r>
              <a:rPr sz="1425" b="0">
                <a:solidFill>
                  <a:srgbClr val="6E5B4A"/>
                </a:solidFill>
              </a:rPr>
              <a:t>Las reservas guardadas se muestran en pantalla.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49E2E-22FA-4E08-A634-C3C80C26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5B4A"/>
                </a:solidFill>
              </a:defRPr>
            </a:pPr>
            <a:r>
              <a:rPr sz="1200" b="0">
                <a:solidFill>
                  <a:srgbClr val="6E5B4A"/>
                </a:solidFill>
              </a:rPr>
              <a:t>CATfé | Proyecto Final | 6</a:t>
            </a:r>
          </a:p>
        </p:txBody>
      </p:sp>
    </p:spTree>
    <p:extLst>
      <p:ext uri="{BB962C8B-B14F-4D97-AF65-F5344CB8AC3E}">
        <p14:creationId xmlns:p14="http://schemas.microsoft.com/office/powerpoint/2010/main" val="1957408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B3C2DB-7E9A-4537-9827-BA018C96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B2118"/>
                </a:solidFill>
              </a:defRPr>
            </a:pPr>
            <a:r>
              <a:rPr sz="3225" b="1">
                <a:solidFill>
                  <a:srgbClr val="2B2118"/>
                </a:solidFill>
              </a:rPr>
              <a:t>GitHub y Netlify cierran el circuito de publicación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58F95-DC5C-44A1-91B9-23A464AA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143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4225A-7BB2-40AE-B229-8953A5A9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Código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28A9D-1498-496A-B633-A49EEA47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Edición en Visual Studio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6B0A0-526E-45B0-9DB3-8E65C16F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0987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66A4E"/>
                </a:solidFill>
              </a:defRPr>
            </a:pPr>
            <a:r>
              <a:rPr sz="3300" b="1">
                <a:solidFill>
                  <a:srgbClr val="E66A4E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4BB0B-9361-4E17-A6FD-35793CBD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43150"/>
            <a:ext cx="2143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744BF-DB32-468F-A3C9-040594F5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28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Repositorio 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4DEEE-C720-4834-A1C2-B2B8D5FC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Historial y rama main.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0D081-EB0E-4D78-98DA-BF9370FD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0987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66A4E"/>
                </a:solidFill>
              </a:defRPr>
            </a:pPr>
            <a:r>
              <a:rPr sz="3300" b="1">
                <a:solidFill>
                  <a:srgbClr val="E66A4E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A1D84-10C6-4643-ACBB-7F8050A2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143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20CFC-1BC7-4A73-AF92-E222D8CF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Deploy Netlify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EBFD7-93F0-4FFD-AC0A-BA622BD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Publicación automática.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84490-4E21-4DBD-982E-C3998F90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0987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66A4E"/>
                </a:solidFill>
              </a:defRPr>
            </a:pPr>
            <a:r>
              <a:rPr sz="3300" b="1">
                <a:solidFill>
                  <a:srgbClr val="E66A4E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EBFA8-6A4C-47C1-BE09-38A1F37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143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E3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61CC9-2ADD-4526-98FC-DD5D51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4E37"/>
                </a:solidFill>
              </a:defRPr>
            </a:pPr>
            <a:r>
              <a:rPr sz="1800" b="1">
                <a:solidFill>
                  <a:srgbClr val="6F4E37"/>
                </a:solidFill>
              </a:rPr>
              <a:t>Sitio 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D31B8-C09D-47AA-9781-26817427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86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5B4A"/>
                </a:solidFill>
              </a:defRPr>
            </a:pPr>
            <a:r>
              <a:rPr sz="1350" b="0">
                <a:solidFill>
                  <a:srgbClr val="6E5B4A"/>
                </a:solidFill>
              </a:rPr>
              <a:t>URL disponible para defensa.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C35BC-7961-498A-A16C-4C8AA535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F8F72"/>
                </a:solidFill>
              </a:defRPr>
            </a:pPr>
            <a:r>
              <a:rPr sz="1950" b="1">
                <a:solidFill>
                  <a:srgbClr val="6F8F72"/>
                </a:solidFill>
              </a:rPr>
              <a:t>https://catfeteriagato.netlify.app/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1E728-00B0-4A41-8776-BC13A307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5B4A"/>
                </a:solidFill>
              </a:defRPr>
            </a:pPr>
            <a:r>
              <a:rPr sz="1200" b="0">
                <a:solidFill>
                  <a:srgbClr val="6E5B4A"/>
                </a:solidFill>
              </a:rPr>
              <a:t>CATfé | Proyecto Final | 7</a:t>
            </a:r>
          </a:p>
        </p:txBody>
      </p:sp>
    </p:spTree>
    <p:extLst>
      <p:ext uri="{BB962C8B-B14F-4D97-AF65-F5344CB8AC3E}">
        <p14:creationId xmlns:p14="http://schemas.microsoft.com/office/powerpoint/2010/main" val="1086237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7FD39-BD2E-475A-97DC-7FFC0A50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118"/>
                </a:solidFill>
              </a:defRPr>
            </a:pPr>
            <a:r>
              <a:rPr sz="3000" b="1">
                <a:solidFill>
                  <a:srgbClr val="2B2118"/>
                </a:solidFill>
              </a:rPr>
              <a:t>En la consulta conviene mostrar el sitio y después el código clave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1f8771b524f8d"/>
          <a:srcRect xmlns:a="http://schemas.openxmlformats.org/drawingml/2006/main" l="0" t="7692" r="0" b="7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828800"/>
            <a:ext cx="37147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C7445-B4AD-47A7-904C-2BE01F40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4E37"/>
                </a:solidFill>
              </a:defRPr>
            </a:pPr>
            <a:r>
              <a:rPr sz="2250" b="1">
                <a:solidFill>
                  <a:srgbClr val="6F4E37"/>
                </a:solidFill>
              </a:rPr>
              <a:t>Recorrido en vivo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840E0-2813-4E76-9FF8-EC89EC3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118"/>
                </a:solidFill>
              </a:defRPr>
            </a:pPr>
            <a:r>
              <a:rPr sz="1725" b="0">
                <a:solidFill>
                  <a:srgbClr val="2B2118"/>
                </a:solidFill>
              </a:rPr>
              <a:t>• Inicio y anclas locales</a:t>
            </a:r>
          </a:p>
          <a:p xmlns:a="http://schemas.openxmlformats.org/drawingml/2006/main">
            <a:pPr algn="l">
              <a:defRPr sz="1725" b="0">
                <a:solidFill>
                  <a:srgbClr val="2B2118"/>
                </a:solidFill>
              </a:defRPr>
            </a:pPr>
            <a:r>
              <a:rPr sz="1725" b="0">
                <a:solidFill>
                  <a:srgbClr val="2B2118"/>
                </a:solidFill>
              </a:rPr>
              <a:t>• Adopciones y donaciones</a:t>
            </a:r>
          </a:p>
          <a:p xmlns:a="http://schemas.openxmlformats.org/drawingml/2006/main">
            <a:pPr algn="l">
              <a:defRPr sz="1725" b="0">
                <a:solidFill>
                  <a:srgbClr val="2B2118"/>
                </a:solidFill>
              </a:defRPr>
            </a:pPr>
            <a:r>
              <a:rPr sz="1725" b="0">
                <a:solidFill>
                  <a:srgbClr val="2B2118"/>
                </a:solidFill>
              </a:rPr>
              <a:t>• Formulario de reservas</a:t>
            </a:r>
          </a:p>
          <a:p xmlns:a="http://schemas.openxmlformats.org/drawingml/2006/main">
            <a:pPr algn="l">
              <a:defRPr sz="1725" b="0">
                <a:solidFill>
                  <a:srgbClr val="2B2118"/>
                </a:solidFill>
              </a:defRPr>
            </a:pPr>
            <a:r>
              <a:rPr sz="1725" b="0">
                <a:solidFill>
                  <a:srgbClr val="2B2118"/>
                </a:solidFill>
              </a:rPr>
              <a:t>• Contacto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491C0-D3FE-4555-A126-6A333A1E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4E37"/>
                </a:solidFill>
              </a:defRPr>
            </a:pPr>
            <a:r>
              <a:rPr sz="2250" b="1">
                <a:solidFill>
                  <a:srgbClr val="6F4E37"/>
                </a:solidFill>
              </a:rPr>
              <a:t>Archivos para explicar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F37F9-5C79-40B1-BED6-6D60CD3C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571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assets/js/reservas.js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netlify/functions/reservas.mjs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netlify.toml</a:t>
            </a:r>
          </a:p>
          <a:p xmlns:a="http://schemas.openxmlformats.org/drawingml/2006/main">
            <a:pPr algn="l">
              <a:defRPr sz="1575" b="0">
                <a:solidFill>
                  <a:srgbClr val="2B2118"/>
                </a:solidFill>
              </a:defRPr>
            </a:pPr>
            <a:r>
              <a:rPr sz="1575" b="0">
                <a:solidFill>
                  <a:srgbClr val="2B2118"/>
                </a:solidFill>
              </a:rPr>
              <a:t>• documentación del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F60B6-D143-430B-951D-8658C90D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5B4A"/>
                </a:solidFill>
              </a:defRPr>
            </a:pPr>
            <a:r>
              <a:rPr sz="1200" b="0">
                <a:solidFill>
                  <a:srgbClr val="6E5B4A"/>
                </a:solidFill>
              </a:rPr>
              <a:t>CATfé | Proyecto Final | 8</a:t>
            </a:r>
          </a:p>
        </p:txBody>
      </p:sp>
    </p:spTree>
    <p:extLst>
      <p:ext uri="{BB962C8B-B14F-4D97-AF65-F5344CB8AC3E}">
        <p14:creationId xmlns:p14="http://schemas.microsoft.com/office/powerpoint/2010/main" val="1847454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6F4E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36bad834a4b4f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8550" y="114300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7038C-7463-4E3C-88A4-F5A9A14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Resultado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90303-2544-4B8C-837C-BC85C865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</a:defRPr>
            </a:pPr>
            <a:r>
              <a:rPr sz="2325" b="0">
                <a:solidFill>
                  <a:srgbClr val="FFFFFF"/>
                </a:solidFill>
              </a:rPr>
              <a:t>Un sitio navegable, adaptable, publicado en Internet y con una mini aplicación de reservas para demostrar trabajo frontend y backend serverless.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06771-529E-4083-862D-0D50EC12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E3C8"/>
                </a:solidFill>
              </a:defRPr>
            </a:pPr>
            <a:r>
              <a:rPr sz="1800" b="1">
                <a:solidFill>
                  <a:srgbClr val="FFE3C8"/>
                </a:solidFill>
              </a:rPr>
              <a:t>Cierre sugerido: cumple la consigna y suma una funcionalidad real defendible.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66D47-9108-421E-AF31-06139E1E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5B4A"/>
                </a:solidFill>
              </a:defRPr>
            </a:pPr>
            <a:r>
              <a:rPr sz="1200" b="0">
                <a:solidFill>
                  <a:srgbClr val="6E5B4A"/>
                </a:solidFill>
              </a:rPr>
              <a:t>CATfé | Proyecto Final | 9</a:t>
            </a:r>
          </a:p>
        </p:txBody>
      </p:sp>
    </p:spTree>
    <p:extLst>
      <p:ext uri="{BB962C8B-B14F-4D97-AF65-F5344CB8AC3E}">
        <p14:creationId xmlns:p14="http://schemas.microsoft.com/office/powerpoint/2010/main" val="1916804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2026-07-06T16:47:43.6050000Z</dcterms:created>
  <dcterms:modified xsi:type="dcterms:W3CDTF">2026-07-06T16:47:43.6050000Z</dcterms:modified>
</coreProperties>
</file>